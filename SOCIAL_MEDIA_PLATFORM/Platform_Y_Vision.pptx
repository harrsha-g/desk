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PLATFORM 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Sovereign Public Square of India</a:t>
            </a:r>
          </a:p>
          <a:p>
            <a:r>
              <a:t>100% Made in India. Built for 2 Billion Souls.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Digital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Reliance on foreign platforms (X, Instagram, etc.)</a:t>
            </a:r>
          </a:p>
          <a:p>
            <a:pPr lvl="1"/>
            <a:r>
              <a:t>Vulnerability to Information Warfare and anti-India narratives.</a:t>
            </a:r>
          </a:p>
          <a:p>
            <a:pPr lvl="1"/>
            <a:r>
              <a:t>Lack of direct control over national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The Mission: Digital Swaraj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Indian-originated platform that acts as a 'Digital Border'.</a:t>
            </a:r>
          </a:p>
          <a:p>
            <a:pPr lvl="1"/>
            <a:r>
              <a:t>Eliminate 100% dependency on global giants like X.</a:t>
            </a:r>
          </a:p>
          <a:p>
            <a:pPr lvl="1"/>
            <a:r>
              <a:t>Remove anti-India portrayal globally.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Sovereign Control &amp; Moderation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Super-Access Portal (MEA/Home Ministry).</a:t>
            </a:r>
          </a:p>
          <a:p>
            <a:pPr lvl="1"/>
            <a:r>
              <a:t>Direct power to delete/block anti-India statements globally.</a:t>
            </a:r>
          </a:p>
          <a:p>
            <a:pPr lvl="1"/>
            <a:r>
              <a:t>Zero-permission requirement for national security actions.</a:t>
            </a:r>
          </a:p>
          <a:p>
            <a:pPr lvl="1"/>
            <a:r>
              <a:t>Full audit trails maintained on Indian soil.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'Y'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Go (Golang) - Engineered for 2B+ users.</a:t>
            </a:r>
          </a:p>
          <a:p>
            <a:pPr lvl="1"/>
            <a:r>
              <a:t>Frontend: Flutter - Native-speed premium experience.</a:t>
            </a:r>
          </a:p>
          <a:p>
            <a:pPr lvl="1"/>
            <a:r>
              <a:t>Storage: Distributed Indian Data Centers (NIC/CtrlS).</a:t>
            </a:r>
          </a:p>
          <a:p>
            <a:pPr lvl="1"/>
            <a:r>
              <a:t>Security: Bank-grade AES-256 encryption.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Global Precedent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powers are owning their digital narrative:</a:t>
            </a:r>
          </a:p>
          <a:p>
            <a:pPr lvl="1"/>
            <a:r>
              <a:t>USA: Truth Social, X.</a:t>
            </a:r>
          </a:p>
          <a:p>
            <a:pPr lvl="1"/>
            <a:r>
              <a:t>India: PLATFORM 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Sovereign. Secure. Indian.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1.4 Billion people.</a:t>
            </a:r>
          </a:p>
          <a:p>
            <a:pPr lvl="1"/>
            <a:r>
              <a:t>India's Voice. India's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