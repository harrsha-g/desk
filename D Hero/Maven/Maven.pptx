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693400" cy="6019800"/>
  <p:notesSz cx="10693400" cy="6019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1866138"/>
            <a:ext cx="9089390" cy="1264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371088"/>
            <a:ext cx="7485380" cy="150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384554"/>
            <a:ext cx="4651629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240792"/>
            <a:ext cx="9624060" cy="9631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384554"/>
            <a:ext cx="9624060" cy="3973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5598414"/>
            <a:ext cx="3421888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5598414"/>
            <a:ext cx="2459482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5598414"/>
            <a:ext cx="2459482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0" cy="60142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0" cy="60142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0" cy="60142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0" cy="60142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0" cy="60142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0" cy="60142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0" cy="60142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0" cy="60142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0" cy="60142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0" cy="60142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0" cy="60142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2025-08-20T17:55:54Z</dcterms:created>
  <dcterms:modified xsi:type="dcterms:W3CDTF">2025-08-20T17:55:54Z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2025-08-20T00:00:00Z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2025-08-20T00:00:00Z</vt:filetime>
  </property>
</Properties>
</file>